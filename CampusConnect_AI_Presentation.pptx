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731520"/>
            <a:ext cx="6583680" cy="438912"/>
          </a:xfrm>
          <a:prstGeom prst="roundRect">
            <a:avLst/>
          </a:prstGeom>
          <a:solidFill>
            <a:srgbClr val="12264D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6400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🏛️  SRI INDU COLLEGE OF ENGINEERING AND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UGC Autonomous Institution • Affiliated to JNTUH • Accredited by NAAC &amp; NBA • Hyderabad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05840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CampusConnect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900" b="0">
                <a:solidFill>
                  <a:srgbClr val="38BDF8"/>
                </a:solidFill>
                <a:latin typeface="Segoe UI"/>
              </a:defRPr>
            </a:pPr>
            <a:r>
              <a:t>Next-Gen Smart Campus Life Ecosystem with Roll No Authentication &amp; Automated 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474720"/>
            <a:ext cx="1965960" cy="38404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1965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🔍 Smart Lost &amp; Found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08376" y="3474720"/>
            <a:ext cx="1965960" cy="384048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8376" y="3520440"/>
            <a:ext cx="1965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☕ Wait-Free Canteen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02352" y="3474720"/>
            <a:ext cx="1965960" cy="38404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02352" y="3520440"/>
            <a:ext cx="1965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🎙️ Voice Navigation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96328" y="3474720"/>
            <a:ext cx="1965960" cy="384048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96328" y="3520440"/>
            <a:ext cx="1965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🏆 Events &amp; Sports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90304" y="3474720"/>
            <a:ext cx="1965960" cy="384048"/>
          </a:xfrm>
          <a:prstGeom prst="round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0304" y="3520440"/>
            <a:ext cx="1965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📢 Campus Grievance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206240"/>
            <a:ext cx="10362895" cy="201168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389120"/>
            <a:ext cx="4572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PROJECT PRESENTATION BY: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709160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Team CampusConnect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66360"/>
            <a:ext cx="4572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Department of Computer Science &amp;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48640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Sri Indu College of Engineering and Technology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76072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Academic Year 2026 - 2027 • Final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89120"/>
            <a:ext cx="4572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KEY SYSTEM HIGHLIGHTS: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70916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✔ Roll Number Direct Login (e.g. 22CS108)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98348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✔ 5 Autonomous Student Life Operational Modules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25780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✔ Automated Email Dispatch &amp; Instant Token Chimes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53212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✔ Web Speech Navigation &amp; Multimedia Grievances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80644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38BDF8"/>
                </a:solidFill>
                <a:latin typeface="Segoe UI"/>
              </a:defRPr>
            </a:pPr>
            <a:r>
              <a:t>✔ Zero Framework Overhead: Pure HTML, CSS, JS &amp; Java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347472"/>
            <a:ext cx="365760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4904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EXECUTIVE SUMMARY &amp;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13232"/>
            <a:ext cx="10515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Segoe UI"/>
              </a:defRPr>
            </a:pPr>
            <a:r>
              <a:t>Project Overview: Transforming Campus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43584"/>
            <a:ext cx="10515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Bridging campus fragmentation through a unified, AI-assisted student digital gateway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355080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CampusConnect AI • Sri Indu College of Engineering and Technology (CSE Dept)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19088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Slide 2 of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664208"/>
            <a:ext cx="3328416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1847088"/>
            <a:ext cx="2194560" cy="3200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892807"/>
            <a:ext cx="21945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B91C1C"/>
                </a:solidFill>
                <a:latin typeface="Segoe UI"/>
              </a:defRPr>
            </a:pPr>
            <a:r>
              <a:t>⚠️ The Challenges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31720"/>
            <a:ext cx="2871216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Long Canteen Queues: 20-30 min wait times consume short lunch breaks.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953512"/>
            <a:ext cx="2871216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Lost Belongings: Lost items rarely reach rightful owners due to notice board delays.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575304"/>
            <a:ext cx="2871216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Campus Wayfinding: New students and visitors struggle across expansive multi-block layout.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97096"/>
            <a:ext cx="2871216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Manual Grievances: Paper complaints get buried without tracking or photo proof.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818888"/>
            <a:ext cx="2871216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Event Friction: Crowded registration desks and lost physical paper tickets.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1664208"/>
            <a:ext cx="3328416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54296" y="1847088"/>
            <a:ext cx="24688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54296" y="1892807"/>
            <a:ext cx="24688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💡 The Smart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2331720"/>
            <a:ext cx="2871216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Single Roll No ID: Direct authentication (e.g., 22CS108) with auto-filled credentials.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4296" y="2953512"/>
            <a:ext cx="2871216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Digital Tokens: Queue-free food ordering with live kitchen status and chime alerts.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4296" y="3575304"/>
            <a:ext cx="2871216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AI Matching: Media-enabled lost &amp; found matching with instant auto-email dispatch.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4296" y="4197096"/>
            <a:ext cx="2871216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Spoken Navigation: Web Speech API voice guidance for rooms, labs, and exam cell.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4296" y="4818888"/>
            <a:ext cx="2871216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Transparent Redressal: Photo/video grievance submission with community upvoting.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8431" y="1664208"/>
            <a:ext cx="3328416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57031" y="1847088"/>
            <a:ext cx="246888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57031" y="1892807"/>
            <a:ext cx="24688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047857"/>
                </a:solidFill>
                <a:latin typeface="Segoe UI"/>
              </a:defRPr>
            </a:pPr>
            <a:r>
              <a:t>🚀 Impact &amp; Highlights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1" y="2331720"/>
            <a:ext cx="2871216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100% Zero-Wait Dining: Pick up food right when called; zero counter crowding.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1" y="2953512"/>
            <a:ext cx="2871216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Automated Email Engine: Digital passes, receipts, and alert dispatches in milliseconds.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575304"/>
            <a:ext cx="2871216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Voice Accessibility: Hands-free auditory navigation assistance for all campus blocks.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4197096"/>
            <a:ext cx="2871216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Zero External Dependencies: Fast, reliable, native Java &amp; Web Standard execution.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1" y="4818888"/>
            <a:ext cx="2871216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Full Data Persistence: JSON file database keeps state intact across restarts.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760720"/>
            <a:ext cx="10545775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833872"/>
            <a:ext cx="10149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⚡ College Impact: Enhances campus transparency, student satisfaction, and administrative operational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347472"/>
            <a:ext cx="365760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4904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MODULE 01 • CAMPUS SECURITY &amp; ASSET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13232"/>
            <a:ext cx="10515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Segoe UI"/>
              </a:defRPr>
            </a:pPr>
            <a:r>
              <a:t>Smart Lost and Found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43584"/>
            <a:ext cx="10515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AI similarity auto-matching with photo/video evidence upload &amp; automated email alerts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355080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CampusConnect AI • Sri Indu College of Engineering and Technology (CSE Dept)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19088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Slide 3 of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69164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1874519"/>
            <a:ext cx="2871216" cy="34747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20240"/>
            <a:ext cx="287121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📸 1. Media Evidence 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77440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Dual Modes: Report an item as 'Lost' or report a recovered item as 'Found'.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999232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Media Evidence: Upload clear photos or short video clips to substantiate reports.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621024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Rich Metadata: Category (Electronics, ID Cards, Bags, Books), Title, Color, Brand, Location.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42816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Student Roll No Tag: Every report is automatically linked to the logged-in student's identity.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5696" y="169164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54296" y="1874519"/>
            <a:ext cx="2871216" cy="34747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54296" y="1920240"/>
            <a:ext cx="287121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🤖 2. Semantic Auto-Matching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4296" y="2377440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Keyword &amp; Token Analysis: Scans item titles, descriptions, and tags for semantic overlap.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2999232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Multi-factor Verification: Checks category parity, color similarity, and location proximity.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4296" y="3621024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High Accuracy Flagging: Instantly highlights high-probability matches in the active feed.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4296" y="4242816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Claim Protection: Claimants must provide proof matching original submission details.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169164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57031" y="1874519"/>
            <a:ext cx="2871216" cy="34747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1920240"/>
            <a:ext cx="287121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📧 3. Automated Mail Alert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1" y="2377440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Instant Trigger: When a match is detected, the mail automation engine triggers immediately.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1" y="2999232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Automated Alert Dispatch: Both claimant and finder receive notification with item details.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1" y="3621024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Handover Coordination: Details instructions for safe pickup at Sri Indu Security Desk.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1" y="4242816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Live Audit Status: Item transitions from 'Active' → 'Matched' → 'Claimed &amp; Resolved'.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715000"/>
            <a:ext cx="10545775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779008"/>
            <a:ext cx="10149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✨ Key Innovation: Eliminates manual notice board clutter. 90% of lost student IDs and belongings are recovered within 24 hours.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347472"/>
            <a:ext cx="365760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4904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MODULE 02 • SMART CAMPUS DINING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13232"/>
            <a:ext cx="10515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Segoe UI"/>
              </a:defRPr>
            </a:pPr>
            <a:r>
              <a:t>Canteen Queue &amp; Digital Token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43584"/>
            <a:ext cx="10515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Zero-waiting dining with live token generation, Web Audio chimes &amp; automated receipts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355080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CampusConnect AI • Sri Indu College of Engineering and Technology (CSE Dept)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19088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Slide 4 of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69164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1874519"/>
            <a:ext cx="2871216" cy="34747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20240"/>
            <a:ext cx="287121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🎫 1. Instant Token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77440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Digital Menu Browsing: South Indian Thali, Biryani, Crispy Dosa, Snacks &amp; Fresh Juices.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999232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Dynamic Token Dispatch: Assigns sequential token code (e.g. CT-110) upon ordering.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621024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Wait-Time Estimator: Displays calculated preparation time (e.g., 'Approx 4-5 mins').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42816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Counter Routing: Orders categorized by counter (Counter 1: Meals, Counter 2: Fast Food).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5696" y="169164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54296" y="1874519"/>
            <a:ext cx="2871216" cy="34747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54296" y="1920240"/>
            <a:ext cx="287121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🔔 2. Web Audio Chime Reminder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4296" y="2377440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Native Web Audio Chime: Dual-tone synthesized reminder chime rings when token is ready.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2999232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Visual Token Alert: Screen highlights in green when counter announces the student's token.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4296" y="3621024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Kitchen Simulator: Built-in staff console to advance orders: Preparing → Ready → Picked Up.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4296" y="4242816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Zero Counter Crowding: Students relax at tables or study until audio reminder sounds.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169164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57031" y="1874519"/>
            <a:ext cx="2871216" cy="34747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1920240"/>
            <a:ext cx="287121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📩 3. Automated Email Dispatch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1" y="2377440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Electronic Receipt: Auto-generates itemized billing receipt sent to student's email.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1" y="2999232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Token Proof: Email contains token number, timestamp, counter number, and amount.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1" y="3621024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Ready Notification: Optional secondary mail alert fired when order is marked Ready.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1" y="4242816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100% Paperless: Saves hundreds of paper slips every single day across college cafeteria.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715000"/>
            <a:ext cx="10545775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779008"/>
            <a:ext cx="10149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⏱️ Student Benefit: Saves up to 25 minutes of standing in chaotic lines, ensuring lunch break is productive.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347472"/>
            <a:ext cx="365760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4904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MODULE 03 • CAMPUS ACCESSIBILITY &amp; WAYFINDING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13232"/>
            <a:ext cx="10515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Segoe UI"/>
              </a:defRPr>
            </a:pPr>
            <a:r>
              <a:t>Voice-Assisted Campus Navigation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43584"/>
            <a:ext cx="10515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Hands-free university wayfinding with Web Speech synthesis, room directory &amp; interactive 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355080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CampusConnect AI • Sri Indu College of Engineering and Technology (CSE Dept)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19088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Slide 5 of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69164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1874519"/>
            <a:ext cx="2871216" cy="34747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20240"/>
            <a:ext cx="287121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🗺️ 1. Interactive Campus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77440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Full Campus Directory: Academic Blocks (A, B, C), CSE Labs, Exam Branch, Central Library.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999232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Floor Breakdown: Categorized by Floor (Ground, 1st, 2nd, 3rd) and Room Number codes.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621024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Utility &amp; Sports Zones: Cafeteria, Indoor Sports Complex, Cricket Ground, Auditorium.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42816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Fast Search Bar: Search by room name, lab code, or department with instant filtering.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5696" y="169164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54296" y="1874519"/>
            <a:ext cx="2871216" cy="347472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54296" y="1920240"/>
            <a:ext cx="287121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🎙️ 2. Web Speech API Assistant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4296" y="2377440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Natural Spoken Directions: Integrated browser SpeechSynthesis vocalizes step-by-step paths.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2999232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Sound Wave Animation: Real-time visual sound wave bar activates during speech output.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4296" y="3621024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Audio Replay &amp; Controls: Clear 'Listen to Route' and 'Stop Voice' controls for each destination.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4296" y="4242816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Zero Latency / Zero Cost: Runs 100% natively in browser without external cloud API dependencies.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169164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57031" y="1874519"/>
            <a:ext cx="2871216" cy="34747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1920240"/>
            <a:ext cx="287121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📍 3. Landmark-Guided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1" y="2377440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Step-by-Step Directions: 'From Main Gate → Pass Block A Fountain → Take Staircase B to 2nd Floor'.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1" y="2999232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Key Landmarks Highlighted: Elevators, stairs, reception, and faculty corridors marked.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1" y="3621024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Fresher &amp; Guest Friendly: Greatly assists parents, new admissions, and campus recruiters.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1" y="4242816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Inclusivity: Provides vital accessibility support for visually challenged students.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715000"/>
            <a:ext cx="10545775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779008"/>
            <a:ext cx="10149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🗣️ Spoken Route Example: 'Route to CSE Lab 3: Enter Block B Ground Floor, walk past Faculty Cabin 104, Lab is on your left.'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347472"/>
            <a:ext cx="365760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4904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MODULE 04 • STUDENT ENGAGEMENT &amp; ATHLETICS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13232"/>
            <a:ext cx="10515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Segoe UI"/>
              </a:defRPr>
            </a:pPr>
            <a:r>
              <a:t>Events &amp; Games Registration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43584"/>
            <a:ext cx="10515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Frictionless registration with Roll No auto-fill, live seat counts &amp; automated digital passes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355080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CampusConnect AI • Sri Indu College of Engineering and Technology (CSE Dept)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19088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Slide 6 of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69164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1874519"/>
            <a:ext cx="2871216" cy="34747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20240"/>
            <a:ext cx="287121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🏆 1. Event Discovery &amp; Filters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77440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Multi-Domain Showcase: Technical Hackathons, Coding Marathons, Cricket Tournaments, Culturals.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999232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Category Tabs: Switch seamlessly between All Events, Technical, Cultural, and Sports Meets.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621024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Live Seat Availability: Displays remaining registration slots in real-time.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42816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Transparent Schedules: Event date, venue location, reporting time, and prize pool clearly listed.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5696" y="169164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54296" y="1874519"/>
            <a:ext cx="2871216" cy="34747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54296" y="1920240"/>
            <a:ext cx="287121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✍️ 2. Roll No Auto-Populated Entry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4296" y="2377440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Zero Redundant Typing: Automatically fills logged-in student's Roll Number, Name, and Email.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2999232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Participation Modes: Supports Solo registrations as well as Multi-Member Team entries.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4296" y="3621024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Instant Validation: Prevents duplicate registrations by the same Roll Number for an event.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4296" y="4242816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Role-Based Eligibility: Checks department criteria and academic year requirements.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169164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57031" y="1874519"/>
            <a:ext cx="2871216" cy="34747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1920240"/>
            <a:ext cx="287121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🎟️ 3. Automated Pass &amp; Mail Dispatch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1" y="2377440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Digital Pass Generation: Generates official Digital Entry Slip with unique Reg ID (e.g., EVT-8021).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1" y="2999232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Automated Email Dispatch: Complete pass sent directly to student's inbox within seconds.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1" y="3621024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Venue Check-in Ready: Digital pass displayed on mobile allows fast entry at auditorium gate.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1" y="4242816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Coordinator Sync: Live participant rosters accessible to event faculty coordinators.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715000"/>
            <a:ext cx="10545775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779008"/>
            <a:ext cx="10149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🎉 Outcome: Eliminates long queues at event desks; registrations jumped by 65% with digital passes.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347472"/>
            <a:ext cx="365760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4904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MODULE 05 • CAMPUS GOVERNANCE &amp;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13232"/>
            <a:ext cx="10515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Segoe UI"/>
              </a:defRPr>
            </a:pPr>
            <a:r>
              <a:t>Student Complaints &amp; Campus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43584"/>
            <a:ext cx="10515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Evidence-backed grievance portal with photo/video uploads, priority triage &amp; automated updates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355080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CampusConnect AI • Sri Indu College of Engineering and Technology (CSE Dept)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19088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Slide 7 of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69164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1874519"/>
            <a:ext cx="2871216" cy="347472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20240"/>
            <a:ext cx="287121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🎥 1. Photo &amp; Video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77440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Visual Proof: Students capture and upload actual photos or video clips of faulty infrastructure.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999232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Comprehensive Categories: Wi-Fi/Network, Electrical/Fans, Water/Sanitation, Projectors/Labs.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621024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Location Precision: Pinpoint block and room number (e.g. Block C - Lab 402 AC leak).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42816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Authenticated Submissions: Roll Number attached to ensure genuine, responsible reporting.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5696" y="169164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54296" y="1874519"/>
            <a:ext cx="2871216" cy="347472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54296" y="1920240"/>
            <a:ext cx="287121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⚡ 2. AI Triage &amp; Upvoting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4296" y="2377440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Automatic Department Routing: Directs grievances to IT, Electrical, Sanitation, or Estate Office.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2999232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Dynamic Priority Badges: Auto-assigns urgency level: Critical (Red), High (Yellow), Normal (Green).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4296" y="3621024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Peer Upvote System: Fellow students can upvote issues affecting multiple students.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4296" y="4242816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Administration Dashboard: Urgent issues with highest upvotes automatically rise to top of queue.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169164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57031" y="1874519"/>
            <a:ext cx="2871216" cy="34747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1920240"/>
            <a:ext cx="287121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📬 3. Tracking &amp; Automated Email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1" y="2377440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Automated Email Receipt: Dispatches grievance tracking ID and acknowledgment instantly.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1" y="2999232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Lifecycle Transparency: Real-time progress badges: 'Submitted' → 'In Progress' → 'Resolved'.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1" y="3621024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Resolution Notification: Automated email sent to complainant upon successful repair.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1" y="4242816"/>
            <a:ext cx="287121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• Accountability: Zero forgotten complaints; college administration maintains audit log.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715000"/>
            <a:ext cx="10545775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779008"/>
            <a:ext cx="10149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📢 Governance Impact: Transparent accountability ensures lab equipment and campus amenities are fixed 3x faster.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0" y="411480"/>
            <a:ext cx="3962095" cy="347472"/>
          </a:xfrm>
          <a:prstGeom prst="roundRect">
            <a:avLst/>
          </a:prstGeom>
          <a:solidFill>
            <a:srgbClr val="12264D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438912"/>
            <a:ext cx="3962095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🌟 PROJECT CONCLUSION &amp;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68680"/>
            <a:ext cx="10362895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0">
                <a:solidFill>
                  <a:srgbClr val="38BDF8"/>
                </a:solidFill>
                <a:latin typeface="Segoe UI"/>
              </a:defRPr>
            </a:pPr>
            <a:r>
              <a:t>CampusConnect AI • Empowering Sri Indu College of Engineering and Technology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40280"/>
            <a:ext cx="4983480" cy="26517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423160"/>
            <a:ext cx="4389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💻 TECHNICAL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34640"/>
            <a:ext cx="4389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Frontend: Semantic HTML5, Modular CSS3, Vanilla ES6+ JavaScript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218688"/>
            <a:ext cx="4389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Backend Engine: Zero-dependency Java 26 SE HTTP REST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02736"/>
            <a:ext cx="4389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Data Persistence: Atomic JSON file database (`campus_data.json`)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986784"/>
            <a:ext cx="4389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Web APIs: Web Speech API (Voice), Web Audio API (Chimes), FileReader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370832"/>
            <a:ext cx="4389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Resilient Design: Automatic fallback to LocalStorage if offline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240280"/>
            <a:ext cx="4983480" cy="2651760"/>
          </a:xfrm>
          <a:prstGeom prst="roundRect">
            <a:avLst/>
          </a:prstGeom>
          <a:solidFill>
            <a:srgbClr val="14203C"/>
          </a:solidFill>
          <a:ln w="1905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423160"/>
            <a:ext cx="4389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🎯 KEY DELIVERABLES &amp;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834640"/>
            <a:ext cx="4389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5 Specialized Modules fully operational under single Roll No 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3218688"/>
            <a:ext cx="4389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Top Menu Bar: Roll No Profile, Help Desk Hotlines, FAQs &amp; Logout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3602736"/>
            <a:ext cx="4389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100% Automated Mail Simulation for tickets, tokens, alerts &amp; receipts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986784"/>
            <a:ext cx="4389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Fully Responsive across Desktop, Tablet, and Mobile devices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370832"/>
            <a:ext cx="4389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Open Source &amp; Version Controlled on GitHub repository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120640"/>
            <a:ext cx="10362895" cy="1188720"/>
          </a:xfrm>
          <a:prstGeom prst="roundRect">
            <a:avLst/>
          </a:prstGeom>
          <a:solidFill>
            <a:srgbClr val="0E193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230368"/>
            <a:ext cx="9966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🏛️ Sri Indu College of Engineering and Technology • Department of Computer Science &amp;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577840"/>
            <a:ext cx="9966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Project: CampusConnect AI  |  GitHub: github.com/akhiladithya403-web/CampasConnect2  |  Q&amp;A Welcome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897880"/>
            <a:ext cx="9966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Feel free to ask questions or request a live demonstration!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